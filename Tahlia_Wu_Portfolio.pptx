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tahlia-wu-508aa8326/" TargetMode="External"/><Relationship Id="rId3" Type="http://schemas.openxmlformats.org/officeDocument/2006/relationships/hyperlink" Target="mailto:tahlia@engineering.upenn.edu" TargetMode="External"/><Relationship Id="rId1" Type="http://schemas.openxmlformats.org/officeDocument/2006/relationships/image" Target="../media/Slide-12-image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97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E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 Engineering &amp; Robotics @ UPenn — Class of 2028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974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Skilled in </a:t>
            </a:r>
            <a:r>
              <a:rPr lang="en-US" sz="2200" b="1" dirty="0">
                <a:solidFill>
                  <a:srgbClr val="2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software and hardware</a:t>
            </a:r>
            <a:r>
              <a:rPr lang="en-US" sz="22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 specialize in electromechanical system integration and automating data analysis.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0" y="914400"/>
            <a:ext cx="2651760" cy="2651760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035040" y="914400"/>
            <a:ext cx="2651760" cy="2651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headshot.jpg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914400"/>
            <a:ext cx="128016" cy="0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914400"/>
            <a:ext cx="0" cy="128016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58784" y="3566160"/>
            <a:ext cx="128016" cy="0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0" y="3438144"/>
            <a:ext cx="0" cy="128016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Projects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173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0944" y="29718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8437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1554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8013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 [Software &amp; Hardware]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FlowBot: Automated 3D Traverse Robot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Control · OptiTrack · LabVIEW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41732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14173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46120" y="14173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9864" y="29718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97880" y="28437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1554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18013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Machining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Kirby Stirling Engine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CNC / Mastercam · Lathe · GD&amp;T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35040" y="141732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0" y="14173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5040" y="14173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58784" y="29718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0" y="28437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1554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18013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 Shelf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 · SolidWorks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15468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31546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315468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80944" y="47091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08960" y="45811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" y="3291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538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3794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Box Figurine Shelf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343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 · Joint Design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46120" y="315468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46120" y="31546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46120" y="315468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769864" y="47091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97880" y="45811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429000" y="3291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3429000" y="3538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429000" y="3794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 Kitty Makeup Organizer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429000" y="4343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Printing · Rapid Prototyping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035040" y="315468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5040" y="31546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5040" y="315468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558784" y="47091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86800" y="45811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17920" y="3291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217920" y="3538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17920" y="3794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Pollution Model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217920" y="4343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· EPA MOVES/R-LINE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2606040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 [Software &amp; Hardware]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FlowBot: Automated 3D Traverse Robot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1040587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Control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589227" y="1536192"/>
            <a:ext cx="2110435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OptiTrack (Motion Capture)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1102" y="1536192"/>
            <a:ext cx="111191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994453" y="1536192"/>
            <a:ext cx="75529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LabVIEW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841187" y="1536192"/>
            <a:ext cx="897941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Motors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30568" y="1536192"/>
            <a:ext cx="153985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Integration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92024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Wind-turbine wake measurements need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sub-centimeter accuracy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at hundreds of points.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positioning is too labor intensive and error-prone.</a:t>
            </a:r>
            <a:endParaRPr lang="en-US" sz="11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approach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sensor movement along a programmed 3D path.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 for yaw misalignment.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stable in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m/s wind tunnel flow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3291840" cy="128930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94960" y="1920240"/>
            <a:ext cx="3291840" cy="128930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flowbot.png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3264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FlowBot with 5 ft vertical linear actuator setting.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94960" y="3703320"/>
            <a:ext cx="102412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4960" y="37033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4960" y="37033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91072" y="46634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9088" y="453542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3813048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mm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423367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28816" y="3703320"/>
            <a:ext cx="102412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28816" y="37033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28816" y="37033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24928" y="46634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52944" y="453542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74536" y="3813048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6574536" y="423367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62672" y="3703320"/>
            <a:ext cx="102412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62672" y="37033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62672" y="37033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8784" y="46634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0" y="453542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08392" y="3813048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 hrs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708392" y="423367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experiments automated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FlowBot: Process &amp; Results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160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52544" y="38862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37581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1481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847088"/>
            <a:ext cx="3657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Mecanum chassis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base for XY movement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linear actuator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(stepper motor, string, pulley),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$200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 built from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 aluminum extrusions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3D-printed CAD mounts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for the motor and frame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3716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37160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58784" y="38862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0" y="37581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481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&amp; Controls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1847088"/>
            <a:ext cx="3657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on a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drives the base and actuator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NatNet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streams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OptiTrack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position data wirelessly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PID loop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drives the robot to targets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with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LabVIEW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debugged a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buffer overflow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4023360"/>
            <a:ext cx="128016" cy="0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0" cy="128016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58784" y="4709160"/>
            <a:ext cx="128016" cy="0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0" y="4581144"/>
            <a:ext cx="0" cy="128016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050792"/>
            <a:ext cx="78638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 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independent emergency-stop layers (Raspberry Pi + LabVIEW).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 results at APS Division of Fluid Dynamics, Nov 2026.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97383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Kirby Stirling Engine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132588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CNC / Mastercam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1536192"/>
            <a:ext cx="1468526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2.5-Axis Bed Mill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34486" y="1536192"/>
            <a:ext cx="612648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Lathe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138574" y="1536192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1536192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/ CAD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901891" y="1536192"/>
            <a:ext cx="541325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GD&amp;T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920240"/>
            <a:ext cx="43891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Kirby-inspired Stirling engine designed to look like Kirby inhaling with his vacuum mouth while flying on his warp star. Built in a machining course, Fall 2025.</a:t>
            </a:r>
            <a:endParaRPr lang="en-US" sz="11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Reached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1300–1400 rpm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on test day.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1920240"/>
            <a:ext cx="1737360" cy="1280160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120640" y="1920240"/>
            <a:ext cx="17373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engine-diag.png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440" y="1920240"/>
            <a:ext cx="1737360" cy="1280160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949440" y="1920240"/>
            <a:ext cx="17373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engine-front.png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20640" y="3291840"/>
            <a:ext cx="1737360" cy="1280160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120640" y="3291840"/>
            <a:ext cx="17373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engine-iso-render.jpg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3291840"/>
            <a:ext cx="1737360" cy="1280160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6949440" y="3291840"/>
            <a:ext cx="17373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engine-testing-close.JPG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45720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Top: finished engine. Bottom: SolidWorks Visualize render and test day.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Stirling Engine: Build Details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160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0944" y="46634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453542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Tooling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6596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Endmills, drills, reamers, fly cutters, countersinks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Lathe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2.5-axis bed mill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band saw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 router, Dremel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46120" y="137160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3716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46120" y="137160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9864" y="46634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453542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2900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196596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SolidWorks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SolidWorks Visualize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DraftSight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Mastercam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035040" y="137160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13716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137160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58784" y="46634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0" y="453542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Machined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196596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C360 brass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1020 carbon steel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6061 aluminum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303 stainless steel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Acrylic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136245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 Shelf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731874" y="1536192"/>
            <a:ext cx="470002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293315" y="1536192"/>
            <a:ext cx="75529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Joinery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024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wanted to clear my figurines off my desk but still display them. The shelf needed to be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low-profile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so the focus stays on the figurines.</a:t>
            </a:r>
            <a:endParaRPr lang="en-US" sz="11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made it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in SolidWorks with organic splines and T-slot joints, then laser cut from 0.25" clear acrylic in UPenn's Rapid Prototyping Lab.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94960" y="1920240"/>
            <a:ext cx="3291840" cy="101498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5394960" y="1920240"/>
            <a:ext cx="3291840" cy="1014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floating shelf-render.jpg.jpg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990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assembly render (SolidWorks Visualize).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3383280"/>
            <a:ext cx="3291840" cy="101498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94960" y="3383280"/>
            <a:ext cx="3291840" cy="1014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floating shelf.jpg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4453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shelf holding my figurines.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136245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Box Figurine Shelf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731874" y="1536192"/>
            <a:ext cx="470002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293315" y="1536192"/>
            <a:ext cx="75529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Joinery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024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Intro to Mechanical Design (Spring 2025), I designed a lightbox that doubles as a figurine shelf,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combining aesthetics with functionality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1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made it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in SolidWorks with T-slot joints, then laser cut from 0.25" MDF in UPenn's Rapid Prototyping Lab.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94960" y="1920240"/>
            <a:ext cx="3291840" cy="101498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5394960" y="1920240"/>
            <a:ext cx="3291840" cy="1014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lightbox.png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990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lightbox on my windowsill.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3383280"/>
            <a:ext cx="3291840" cy="101498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94960" y="3383280"/>
            <a:ext cx="3291840" cy="1014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lightbox-render.jpg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4453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assembly render (SolidWorks Visualize).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136245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 Kitty Makeup Organizer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470002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18642" y="1536192"/>
            <a:ext cx="1040587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Printing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150669" y="1536192"/>
            <a:ext cx="1468526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Prototyping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024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4-inch bathroom shelf let products fall into the sink or onto the floor.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3–4 products fit before it was too cluttered.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 sat in puddles near the sink.</a:t>
            </a:r>
            <a:endParaRPr lang="en-US" sz="11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made it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in SolidWorks, printed in ABS with dissolvable supports, then spray painted.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space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 fit more products.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every product for a custom fit.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94960" y="1920240"/>
            <a:ext cx="3291840" cy="247802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5394960" y="1920240"/>
            <a:ext cx="3291840" cy="24780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hk-makeup-holder-render.jpg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4453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render (SolidWorks Visualize).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1284732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Air Pollution Model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327355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75995" y="1536192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EPA MOVES/R-LINE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64638" y="1536192"/>
            <a:ext cx="161117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Automation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4023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9659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6596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2544" y="47091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80560" y="45811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51460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High-resolution vehicle emissions data is vital for reducing the health effects of air pollution.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MOVES and R-LINE are accurate, but running them for a city's thousands of roads is </a:t>
            </a:r>
            <a:r>
              <a:rPr lang="en-US" sz="1400" b="1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extremely computationally expensive and slow</a:t>
            </a: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1965960"/>
            <a:ext cx="4023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19659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196596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58784" y="47091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0" y="45811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r>
              <a:rPr lang="en-US" sz="1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approach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251460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Dictionary of unit characteristic roads to minimize model reruns.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 bins by season, time of day, and traffic volume.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Superposition algorithm on a 50 m unit road for flexible road lengths.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Whitehall, OH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120640" cy="2980944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57200" y="1417320"/>
            <a:ext cx="5120640" cy="2980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air-pollutant-map.png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531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Roadside PM2.5 from vehicular emissions in a Whitehall, OH neighborhood, from my model.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52160" y="1417320"/>
            <a:ext cx="28346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1417320"/>
            <a:ext cx="128016" cy="0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0" y="1417320"/>
            <a:ext cx="0" cy="128016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58784" y="2788920"/>
            <a:ext cx="128016" cy="0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0" y="2660904"/>
            <a:ext cx="0" cy="128016"/>
          </a:xfrm>
          <a:prstGeom prst="line">
            <a:avLst/>
          </a:prstGeom>
          <a:noFill/>
          <a:ln w="25400">
            <a:solidFill>
              <a:srgbClr val="2E5C9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52160" y="15544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240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roads modeled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297180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applied the pipeline to a road network with varying traffic volumes and lengths to demonstrate the model's performance.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 Touch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5669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031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031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98464" y="29718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28437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2128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3" name="Text 11">
            <a:hlinkClick r:id="rId2" tooltip=""/>
          </p:cNvPr>
          <p:cNvSpPr txBox="1"/>
          <p:nvPr/>
        </p:nvSpPr>
        <p:spPr>
          <a:xfrm>
            <a:off x="685800" y="2468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linkedin.com/in/tahlia-wu-508aa8326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669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546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15468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98464" y="40233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8953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26440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100" dirty="0"/>
          </a:p>
        </p:txBody>
      </p:sp>
      <p:sp>
        <p:nvSpPr>
          <p:cNvPr id="20" name="Text 18">
            <a:hlinkClick r:id="rId3" tooltip=""/>
          </p:cNvPr>
          <p:cNvSpPr txBox="1"/>
          <p:nvPr/>
        </p:nvSpPr>
        <p:spPr>
          <a:xfrm>
            <a:off x="68580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tahlia@engineering.upenn.edu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Tahlia Wu — Engineering Portfolio</dc:title>
  <dc:subject>PptxGenJS Presentation</dc:subject>
  <dc:creator>Tahlia Wu</dc:creator>
  <cp:lastModifiedBy>Tahlia Wu</cp:lastModifiedBy>
  <cp:revision>1</cp:revision>
  <dcterms:created xsi:type="dcterms:W3CDTF">2026-10-10T03:36:40Z</dcterms:created>
  <dcterms:modified xsi:type="dcterms:W3CDTF">2026-10-10T03:36:40Z</dcterms:modified>
</cp:coreProperties>
</file>